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1" r:id="rId3"/>
    <p:sldId id="292" r:id="rId4"/>
    <p:sldId id="296" r:id="rId5"/>
    <p:sldId id="257" r:id="rId6"/>
    <p:sldId id="258" r:id="rId7"/>
    <p:sldId id="259" r:id="rId8"/>
    <p:sldId id="267" r:id="rId9"/>
    <p:sldId id="260" r:id="rId10"/>
    <p:sldId id="261" r:id="rId11"/>
    <p:sldId id="262" r:id="rId12"/>
    <p:sldId id="263" r:id="rId13"/>
    <p:sldId id="264" r:id="rId14"/>
    <p:sldId id="268" r:id="rId15"/>
    <p:sldId id="269" r:id="rId16"/>
    <p:sldId id="270" r:id="rId17"/>
    <p:sldId id="271" r:id="rId18"/>
    <p:sldId id="272" r:id="rId19"/>
    <p:sldId id="273" r:id="rId20"/>
    <p:sldId id="293" r:id="rId21"/>
    <p:sldId id="275" r:id="rId22"/>
    <p:sldId id="276" r:id="rId23"/>
    <p:sldId id="277" r:id="rId24"/>
    <p:sldId id="294" r:id="rId25"/>
    <p:sldId id="279" r:id="rId26"/>
    <p:sldId id="280" r:id="rId27"/>
    <p:sldId id="281" r:id="rId28"/>
    <p:sldId id="282" r:id="rId29"/>
    <p:sldId id="283" r:id="rId30"/>
    <p:sldId id="284" r:id="rId31"/>
    <p:sldId id="29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9" autoAdjust="0"/>
    <p:restoredTop sz="94660"/>
  </p:normalViewPr>
  <p:slideViewPr>
    <p:cSldViewPr snapToGrid="0">
      <p:cViewPr>
        <p:scale>
          <a:sx n="50" d="100"/>
          <a:sy n="50" d="100"/>
        </p:scale>
        <p:origin x="1723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1855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618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7063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785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23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665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4338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MX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9633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MX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233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7989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688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E33A370-8E84-450B-88AE-132F61D2C9D3}" type="datetimeFigureOut">
              <a:rPr lang="es-MX" smtClean="0"/>
              <a:t>06/10/2026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B7EDBD0-1EC3-4EB6-AD7A-52A6796503F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690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9AD8852D-BE1F-A643-D6E6-07F065B03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27355"/>
            <a:ext cx="9144000" cy="5319251"/>
          </a:xfrm>
        </p:spPr>
        <p:txBody>
          <a:bodyPr>
            <a:normAutofit fontScale="92500" lnSpcReduction="20000"/>
          </a:bodyPr>
          <a:lstStyle/>
          <a:p>
            <a:r>
              <a:rPr lang="es-MX" b="1" dirty="0"/>
              <a:t>INSTITUTO TECNOLÓGICO DE MÉXICO</a:t>
            </a:r>
            <a:br>
              <a:rPr lang="es-MX" dirty="0"/>
            </a:br>
            <a:br>
              <a:rPr lang="es-MX" dirty="0"/>
            </a:br>
            <a:r>
              <a:rPr lang="es-MX" b="1" dirty="0"/>
              <a:t>INSTITUTO TECNOLÓGICO DE FRONTERA COMALAPA</a:t>
            </a:r>
            <a:r>
              <a:rPr lang="es-MX" dirty="0"/>
              <a:t> </a:t>
            </a:r>
            <a:br>
              <a:rPr lang="es-MX" dirty="0"/>
            </a:br>
            <a:br>
              <a:rPr lang="es-MX" dirty="0"/>
            </a:br>
            <a:r>
              <a:rPr lang="es-MX" b="1" dirty="0"/>
              <a:t>CARRERA: ING. SISTEMAS COMPUTACIONALES</a:t>
            </a:r>
            <a:br>
              <a:rPr lang="es-MX" b="1" dirty="0"/>
            </a:br>
            <a:br>
              <a:rPr lang="es-MX" b="1" dirty="0"/>
            </a:br>
            <a:r>
              <a:rPr lang="es-MX" b="1" dirty="0"/>
              <a:t>SEMESTRE: TERCERO</a:t>
            </a:r>
            <a:br>
              <a:rPr lang="es-MX" b="1" dirty="0"/>
            </a:br>
            <a:br>
              <a:rPr lang="es-MX" b="1" dirty="0"/>
            </a:br>
            <a:r>
              <a:rPr lang="es-MX" b="1" dirty="0"/>
              <a:t>MATERIA: ESTRUCTURA DE DATOS</a:t>
            </a:r>
            <a:br>
              <a:rPr lang="es-MX" b="1" dirty="0"/>
            </a:br>
            <a:br>
              <a:rPr lang="es-MX" b="1" dirty="0"/>
            </a:br>
            <a:r>
              <a:rPr lang="es-MX" b="1" dirty="0"/>
              <a:t>TEMA: PILAS, COLAS Y LISTAS</a:t>
            </a:r>
          </a:p>
          <a:p>
            <a:r>
              <a:rPr lang="es-MX" b="1" dirty="0"/>
              <a:t>ACTIVIDAD: BANCO DE EJERCICIOS</a:t>
            </a:r>
            <a:br>
              <a:rPr lang="es-MX" b="1" dirty="0"/>
            </a:br>
            <a:r>
              <a:rPr lang="es-MX" b="1" dirty="0"/>
              <a:t> </a:t>
            </a:r>
            <a:br>
              <a:rPr lang="es-MX" b="1" dirty="0"/>
            </a:br>
            <a:r>
              <a:rPr lang="es-MX" b="1" dirty="0"/>
              <a:t>DOCENTE: ING FRANCISCO JAVIER MINGO VELAZQUEZ</a:t>
            </a:r>
          </a:p>
          <a:p>
            <a:r>
              <a:rPr lang="es-MX" b="1" dirty="0"/>
              <a:t>ALUMNA: MARISOL LOPEZ RAMIREZ</a:t>
            </a:r>
          </a:p>
          <a:p>
            <a:r>
              <a:rPr lang="es-MX" b="1" dirty="0"/>
              <a:t>NUM. CONTROL: 251260194</a:t>
            </a:r>
          </a:p>
          <a:p>
            <a:br>
              <a:rPr lang="es-MX" b="1" dirty="0"/>
            </a:br>
            <a:r>
              <a:rPr lang="es-MX" b="1" dirty="0"/>
              <a:t> </a:t>
            </a:r>
            <a:br>
              <a:rPr lang="es-MX" b="1" dirty="0"/>
            </a:br>
            <a:r>
              <a:rPr lang="es-MX" b="1" dirty="0"/>
              <a:t>FRONTERA COMALAPA CHIAPAS A 09 OCTUBRE 2026</a:t>
            </a:r>
            <a:endParaRPr lang="es-MX" dirty="0"/>
          </a:p>
          <a:p>
            <a:endParaRPr lang="es-MX" dirty="0"/>
          </a:p>
        </p:txBody>
      </p:sp>
      <p:pic>
        <p:nvPicPr>
          <p:cNvPr id="5" name="Imagen 13">
            <a:extLst>
              <a:ext uri="{FF2B5EF4-FFF2-40B4-BE49-F238E27FC236}">
                <a16:creationId xmlns:a16="http://schemas.microsoft.com/office/drawing/2014/main" id="{2ACEFA27-7670-FD70-E195-E511EDF02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535" y="301783"/>
            <a:ext cx="2027238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4" descr="Ver las imágenes de origen">
            <a:extLst>
              <a:ext uri="{FF2B5EF4-FFF2-40B4-BE49-F238E27FC236}">
                <a16:creationId xmlns:a16="http://schemas.microsoft.com/office/drawing/2014/main" id="{EFBFF260-F82A-37B5-08DF-5B5B1BF45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78879" y="305117"/>
            <a:ext cx="1477962" cy="65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12">
            <a:extLst>
              <a:ext uri="{FF2B5EF4-FFF2-40B4-BE49-F238E27FC236}">
                <a16:creationId xmlns:a16="http://schemas.microsoft.com/office/drawing/2014/main" id="{18DE164D-3353-D7A5-2F92-96EEA309E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172" y="301783"/>
            <a:ext cx="1143000" cy="83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91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FB060-E2D9-2771-F5F8-634A1A8B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F173B1-3110-C141-4F77-EEEC9073E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proyecto realice  un banco de ejercicios de estructuras de datos desarrollado en IntelliJ IDEA con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Para el diseño de las interfaces se utilizó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El sistema cuenta con un menú principal que permite acceder a los módulos de Lista, Pila y Cola, donde se pueden realizar operaciones básicas de forma visual e interactiva.</a:t>
            </a:r>
          </a:p>
        </p:txBody>
      </p:sp>
    </p:spTree>
    <p:extLst>
      <p:ext uri="{BB962C8B-B14F-4D97-AF65-F5344CB8AC3E}">
        <p14:creationId xmlns:p14="http://schemas.microsoft.com/office/powerpoint/2010/main" val="3849600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BC43A-6435-C199-B2F6-9ED753A0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E350C5-D08A-F98A-1BCF-613BB6DFF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Este banco se realizó para facilitar el aprendizaje de las estructuras de datos. De manera visual con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se comprende mejor su comportamiento, a diferencia de solo verlo en consola. El uso de IntelliJ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permitió organizar el proyecto y crear interfaces más claras, lo que hace el aprendizaje más práctico</a:t>
            </a:r>
          </a:p>
        </p:txBody>
      </p:sp>
    </p:spTree>
    <p:extLst>
      <p:ext uri="{BB962C8B-B14F-4D97-AF65-F5344CB8AC3E}">
        <p14:creationId xmlns:p14="http://schemas.microsoft.com/office/powerpoint/2010/main" val="410012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8E6DC-5541-3BB9-F6CE-C613D2C03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296" y="2834640"/>
            <a:ext cx="7729728" cy="1188720"/>
          </a:xfrm>
        </p:spPr>
        <p:txBody>
          <a:bodyPr/>
          <a:lstStyle/>
          <a:p>
            <a:r>
              <a:rPr lang="es-MX" dirty="0"/>
              <a:t>MENÚ</a:t>
            </a:r>
          </a:p>
        </p:txBody>
      </p:sp>
    </p:spTree>
    <p:extLst>
      <p:ext uri="{BB962C8B-B14F-4D97-AF65-F5344CB8AC3E}">
        <p14:creationId xmlns:p14="http://schemas.microsoft.com/office/powerpoint/2010/main" val="2989250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3705241-3AE1-A423-215C-68B5BAE9B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75"/>
            <a:ext cx="12192000" cy="68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3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5CB07D8-6DB4-811D-1991-32A09D269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3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322E87-24C9-EB15-CB41-062572929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53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93C68C-E693-34FB-ED2B-1DD56520D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95372"/>
            <a:ext cx="7729728" cy="1188720"/>
          </a:xfrm>
        </p:spPr>
        <p:txBody>
          <a:bodyPr/>
          <a:lstStyle/>
          <a:p>
            <a:r>
              <a:rPr lang="es-MX" dirty="0"/>
              <a:t>Ejercicio 1</a:t>
            </a:r>
          </a:p>
        </p:txBody>
      </p:sp>
    </p:spTree>
    <p:extLst>
      <p:ext uri="{BB962C8B-B14F-4D97-AF65-F5344CB8AC3E}">
        <p14:creationId xmlns:p14="http://schemas.microsoft.com/office/powerpoint/2010/main" val="1779036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223308-B584-D1EF-CEBF-29A06F21A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195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DED685-C28B-B836-8DB8-960A35858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" y="0"/>
            <a:ext cx="121905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33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20AEDF-F1D5-B159-D992-1FAC6FFFA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30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FC760EA-51B6-91A5-FC51-199E9803D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44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8A6A89-DA71-A8C2-4968-80462AF58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8" r="22595" b="-1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5BBD486-D0C5-03C4-AA6E-ED0B8E112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0" r="22603" b="-1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8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41C752-69F0-4362-36C8-F12586468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8" r="22635" b="-1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348EC77-AE6D-6B94-BF25-7CB8C632C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7" r="22575" b="-1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03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A88A592-565B-B343-3111-0AF6EBA9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88692"/>
            <a:ext cx="7729728" cy="1188720"/>
          </a:xfrm>
        </p:spPr>
        <p:txBody>
          <a:bodyPr/>
          <a:lstStyle/>
          <a:p>
            <a:r>
              <a:rPr lang="es-MX" dirty="0"/>
              <a:t>EJERCICIO 2</a:t>
            </a:r>
          </a:p>
        </p:txBody>
      </p:sp>
    </p:spTree>
    <p:extLst>
      <p:ext uri="{BB962C8B-B14F-4D97-AF65-F5344CB8AC3E}">
        <p14:creationId xmlns:p14="http://schemas.microsoft.com/office/powerpoint/2010/main" val="104931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380266-E8FC-CA31-01B6-98EB10CD3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6" y="0"/>
            <a:ext cx="121588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69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842D85-C7CD-F06A-5906-FEE7203DE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40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A69D26-4819-46DB-9186-F6E90FF54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9" r="22751" b="-1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DF431D0-CB13-C05A-5756-BB3AD304B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8" r="22595" b="-1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16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98A4126-FBAE-4C45-EE83-64E8CBBB6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84"/>
            <a:ext cx="12192000" cy="685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7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E4A00-B445-5A44-043D-7CA5B8A9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3B4A4FC-D72E-9364-1C46-4A6A590EA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88692"/>
            <a:ext cx="7729728" cy="1188720"/>
          </a:xfrm>
        </p:spPr>
        <p:txBody>
          <a:bodyPr/>
          <a:lstStyle/>
          <a:p>
            <a:r>
              <a:rPr lang="es-MX" dirty="0"/>
              <a:t>EJERCICIO 3</a:t>
            </a:r>
          </a:p>
        </p:txBody>
      </p:sp>
    </p:spTree>
    <p:extLst>
      <p:ext uri="{BB962C8B-B14F-4D97-AF65-F5344CB8AC3E}">
        <p14:creationId xmlns:p14="http://schemas.microsoft.com/office/powerpoint/2010/main" val="3079769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70BD44B-65D5-E40C-56D0-820E63443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98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E89E9C-448C-4D7F-1CDA-1E9995D8C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80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770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3B9C0D-8136-0278-1CD4-FA6480D88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319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A833-19FD-EF88-7E4A-45FA00B8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68B8A1A-E363-73C9-9E8A-BFA6C9980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88692"/>
            <a:ext cx="7729728" cy="1188720"/>
          </a:xfrm>
        </p:spPr>
        <p:txBody>
          <a:bodyPr/>
          <a:lstStyle/>
          <a:p>
            <a:r>
              <a:rPr lang="es-MX" dirty="0"/>
              <a:t>EJERCICIO 4</a:t>
            </a:r>
          </a:p>
        </p:txBody>
      </p:sp>
    </p:spTree>
    <p:extLst>
      <p:ext uri="{BB962C8B-B14F-4D97-AF65-F5344CB8AC3E}">
        <p14:creationId xmlns:p14="http://schemas.microsoft.com/office/powerpoint/2010/main" val="1427878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CEB252-8FB4-F5A2-0CF7-0014942ED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2" y="0"/>
            <a:ext cx="12146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055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0F8D35-F3D0-7C76-3AA0-D65C331A2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5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B266B9-8E9A-E990-E366-E113818BC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953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239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8AA7A7-37DE-6887-4E72-2BE4A9F09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3"/>
            <a:ext cx="12192000" cy="68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5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C68B10-43F4-B97D-C9CE-30E5C517A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3" y="0"/>
            <a:ext cx="11993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63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83F963-1BC5-2285-9461-BF11CAE99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80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13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0865-51A9-6122-3690-994DAA003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72D58D1-38DB-BB95-FB92-8A6ECB6A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488692"/>
            <a:ext cx="7729728" cy="1188720"/>
          </a:xfrm>
        </p:spPr>
        <p:txBody>
          <a:bodyPr/>
          <a:lstStyle/>
          <a:p>
            <a:r>
              <a:rPr lang="es-MX" dirty="0"/>
              <a:t>EJERCICIO 5</a:t>
            </a:r>
          </a:p>
        </p:txBody>
      </p:sp>
    </p:spTree>
    <p:extLst>
      <p:ext uri="{BB962C8B-B14F-4D97-AF65-F5344CB8AC3E}">
        <p14:creationId xmlns:p14="http://schemas.microsoft.com/office/powerpoint/2010/main" val="208018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C3C6F1-0C44-17F1-2234-7B34F98B7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186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E45859-0A98-66F1-38D3-3BC5D5128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" y="0"/>
            <a:ext cx="12177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35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AC47EA6-0B25-CD47-930B-F7BFDD6A2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80"/>
            <a:ext cx="12192000" cy="685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98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BE4B5-B87D-A747-C2F8-B07123A0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34F792-D0D9-2368-767F-B948CE581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conclusión podemos observar de que el desarrollo del banco de ejercicios funciona correctamente. Se logró diferenciar el funcionamiento de cada estructura: lista, pila con su comportamiento LIFO y cola con su comportamiento FIFO. El proyecto ayudó a reforzar los conocimientos 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JavaFX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el uso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Scene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Builder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para el diseño de interfaces.</a:t>
            </a:r>
          </a:p>
        </p:txBody>
      </p:sp>
    </p:spTree>
    <p:extLst>
      <p:ext uri="{BB962C8B-B14F-4D97-AF65-F5344CB8AC3E}">
        <p14:creationId xmlns:p14="http://schemas.microsoft.com/office/powerpoint/2010/main" val="37163431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6A684-64DB-0A9F-3E6F-78C48924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FUENTES DE INFORMACIÓN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95B593-433D-3142-B296-49FF6EF3B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ENSEÑANZAS DEL ING FRANCISCO JAVIER MINGO VELAZQUEZ</a:t>
            </a:r>
          </a:p>
        </p:txBody>
      </p:sp>
    </p:spTree>
    <p:extLst>
      <p:ext uri="{BB962C8B-B14F-4D97-AF65-F5344CB8AC3E}">
        <p14:creationId xmlns:p14="http://schemas.microsoft.com/office/powerpoint/2010/main" val="171657044"/>
      </p:ext>
    </p:extLst>
  </p:cSld>
  <p:clrMapOvr>
    <a:masterClrMapping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Paquete</Template>
  <TotalTime>2598</TotalTime>
  <Words>277</Words>
  <Application>Microsoft Office PowerPoint</Application>
  <PresentationFormat>Panorámica</PresentationFormat>
  <Paragraphs>19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39" baseType="lpstr">
      <vt:lpstr>Arial</vt:lpstr>
      <vt:lpstr>Gill Sans MT</vt:lpstr>
      <vt:lpstr>Paquete</vt:lpstr>
      <vt:lpstr>Presentación de PowerPoint</vt:lpstr>
      <vt:lpstr>INTRODUCCIÓN</vt:lpstr>
      <vt:lpstr>JUSTIFICACIÓN</vt:lpstr>
      <vt:lpstr>MENÚ</vt:lpstr>
      <vt:lpstr>Presentación de PowerPoint</vt:lpstr>
      <vt:lpstr>Presentación de PowerPoint</vt:lpstr>
      <vt:lpstr>Presentación de PowerPoint</vt:lpstr>
      <vt:lpstr>Ejercicio 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 2</vt:lpstr>
      <vt:lpstr>Presentación de PowerPoint</vt:lpstr>
      <vt:lpstr>Presentación de PowerPoint</vt:lpstr>
      <vt:lpstr>Presentación de PowerPoint</vt:lpstr>
      <vt:lpstr>Presentación de PowerPoint</vt:lpstr>
      <vt:lpstr>EJERCICIO 3</vt:lpstr>
      <vt:lpstr>Presentación de PowerPoint</vt:lpstr>
      <vt:lpstr>Presentación de PowerPoint</vt:lpstr>
      <vt:lpstr>Presentación de PowerPoint</vt:lpstr>
      <vt:lpstr>EJERCICIO 4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 5</vt:lpstr>
      <vt:lpstr>Presentación de PowerPoint</vt:lpstr>
      <vt:lpstr>Presentación de PowerPoint</vt:lpstr>
      <vt:lpstr>Presentación de PowerPoint</vt:lpstr>
      <vt:lpstr>CONCLUSIÓN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MARISOL LOPEZ RAMIREZ</dc:creator>
  <cp:lastModifiedBy>MARISOL LOPEZ RAMIREZ</cp:lastModifiedBy>
  <cp:revision>6</cp:revision>
  <dcterms:created xsi:type="dcterms:W3CDTF">2026-10-07T03:19:51Z</dcterms:created>
  <dcterms:modified xsi:type="dcterms:W3CDTF">2026-10-08T22:38:44Z</dcterms:modified>
</cp:coreProperties>
</file>